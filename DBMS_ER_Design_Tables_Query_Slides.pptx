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 (Chen Notation)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Stock Transfer DBMS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2916936"/>
            <a:ext cx="1737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916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1362456"/>
            <a:ext cx="1737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136245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0" y="5294376"/>
            <a:ext cx="1737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52943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H="1" flipV="1">
            <a:off x="685800" y="2734056"/>
            <a:ext cx="868680" cy="51206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2542032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" y="254203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warehouse_id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 flipH="1">
            <a:off x="685800" y="3246120"/>
            <a:ext cx="868680" cy="914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" y="3054096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" y="305409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 flipH="1">
            <a:off x="685800" y="3246120"/>
            <a:ext cx="868680" cy="51206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" y="3566160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" y="3566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flipV="1">
            <a:off x="10698480" y="1179576"/>
            <a:ext cx="868680" cy="51206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27664" y="987552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27664" y="9875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698480" y="1691640"/>
            <a:ext cx="868680" cy="914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27664" y="1499616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27664" y="14996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698480" y="1691640"/>
            <a:ext cx="868680" cy="51206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011680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27664" y="20116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 flipV="1">
            <a:off x="10698480" y="5111496"/>
            <a:ext cx="868680" cy="51206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27664" y="4919472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27664" y="49194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698480" y="5623560"/>
            <a:ext cx="868680" cy="914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27664" y="5431536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27664" y="543153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698480" y="5623560"/>
            <a:ext cx="868680" cy="51206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27664" y="5943600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27664" y="59436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1440180"/>
            <a:ext cx="1737360" cy="868680"/>
          </a:xfrm>
          <a:prstGeom prst="diamond">
            <a:avLst/>
          </a:prstGeom>
          <a:solidFill>
            <a:srgbClr val="1F7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4401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732020"/>
            <a:ext cx="1737360" cy="868680"/>
          </a:xfrm>
          <a:prstGeom prst="diamond">
            <a:avLst/>
          </a:prstGeom>
          <a:solidFill>
            <a:srgbClr val="1F7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7320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29300" y="2948940"/>
            <a:ext cx="2148840" cy="1143000"/>
          </a:xfrm>
          <a:prstGeom prst="diamond">
            <a:avLst/>
          </a:prstGeom>
          <a:solidFill>
            <a:srgbClr val="F390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29300" y="29489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23560" y="2308860"/>
            <a:ext cx="9144" cy="45720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84064" y="2574036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84064" y="257403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 flipV="1">
            <a:off x="7978140" y="3008376"/>
            <a:ext cx="868680" cy="51206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07324" y="2816352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7324" y="28163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transfer_id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978140" y="3520440"/>
            <a:ext cx="868680" cy="914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07324" y="3328416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07324" y="33284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8140" y="3520440"/>
            <a:ext cx="868680" cy="512064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07324" y="3840480"/>
            <a:ext cx="1078992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07324" y="38404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 flipV="1">
            <a:off x="3291840" y="1874520"/>
            <a:ext cx="1463040" cy="1179576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42970" y="254331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 flipV="1">
            <a:off x="6492240" y="1691640"/>
            <a:ext cx="2468880" cy="18288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75397" y="1644091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91840" y="3438144"/>
            <a:ext cx="1463040" cy="1728216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42970" y="3916009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92240" y="5166360"/>
            <a:ext cx="2468880" cy="45720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75397" y="5358384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 flipV="1">
            <a:off x="3291840" y="3113532"/>
            <a:ext cx="2537460" cy="86868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03777" y="3071561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226253" y="3019440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057650" y="3038094"/>
            <a:ext cx="1005840" cy="237744"/>
          </a:xfrm>
          <a:prstGeom prst="rect">
            <a:avLst/>
          </a:prstGeom>
          <a:solidFill>
            <a:srgbClr val="F7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91840" y="3447288"/>
            <a:ext cx="2537460" cy="48006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03777" y="3443173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226253" y="3731209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057650" y="3568446"/>
            <a:ext cx="1005840" cy="237744"/>
          </a:xfrm>
          <a:prstGeom prst="rect">
            <a:avLst/>
          </a:prstGeom>
          <a:solidFill>
            <a:srgbClr val="F7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 flipH="1">
            <a:off x="6903720" y="2020824"/>
            <a:ext cx="2057400" cy="928116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62188" y="211528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168896" y="2653589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 flipH="1" flipV="1">
            <a:off x="7178040" y="4091940"/>
            <a:ext cx="1783080" cy="1202436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422538" y="492011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388352" y="4222699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 = entities  ·  Diamonds = relationships  ·  Ovals = attributes (underlined = key)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Stock Transfer DBMS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139696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139696" cy="274320"/>
          </a:xfrm>
          <a:prstGeom prst="rect">
            <a:avLst/>
          </a:prstGeom>
          <a:solidFill>
            <a:srgbClr val="1F7A9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563624"/>
            <a:ext cx="19202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  ·  INT  PK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VARCHAR(80)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 ·  VARCHAR(120)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761488" y="1234440"/>
            <a:ext cx="2139696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234440"/>
            <a:ext cx="2139696" cy="274320"/>
          </a:xfrm>
          <a:prstGeom prst="rect">
            <a:avLst/>
          </a:prstGeom>
          <a:solidFill>
            <a:srgbClr val="1F7A94"/>
          </a:solidFill>
          <a:ln/>
        </p:spPr>
      </p:sp>
      <p:sp>
        <p:nvSpPr>
          <p:cNvPr id="12" name="Text 10"/>
          <p:cNvSpPr/>
          <p:nvPr/>
        </p:nvSpPr>
        <p:spPr>
          <a:xfrm>
            <a:off x="2761488" y="12344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71216" y="1563624"/>
            <a:ext cx="19202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  ·  INT  PK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VARCHAR(100)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·  VARCHAR(50)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065776" y="1234440"/>
            <a:ext cx="2139696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65776" y="1234440"/>
            <a:ext cx="2139696" cy="274320"/>
          </a:xfrm>
          <a:prstGeom prst="rect">
            <a:avLst/>
          </a:prstGeom>
          <a:solidFill>
            <a:srgbClr val="1F7A94"/>
          </a:solidFill>
          <a:ln/>
        </p:spPr>
      </p:sp>
      <p:sp>
        <p:nvSpPr>
          <p:cNvPr id="16" name="Text 14"/>
          <p:cNvSpPr/>
          <p:nvPr/>
        </p:nvSpPr>
        <p:spPr>
          <a:xfrm>
            <a:off x="5065776" y="12344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75504" y="1563624"/>
            <a:ext cx="19202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·  INT  PK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VARCHAR(80)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 ·  VARCHAR(20)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85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  ·  INT  FK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370064" y="1234440"/>
            <a:ext cx="2139696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0064" y="1234440"/>
            <a:ext cx="2139696" cy="274320"/>
          </a:xfrm>
          <a:prstGeom prst="rect">
            <a:avLst/>
          </a:prstGeom>
          <a:solidFill>
            <a:srgbClr val="1F7A94"/>
          </a:solidFill>
          <a:ln/>
        </p:spPr>
      </p:sp>
      <p:sp>
        <p:nvSpPr>
          <p:cNvPr id="20" name="Text 18"/>
          <p:cNvSpPr/>
          <p:nvPr/>
        </p:nvSpPr>
        <p:spPr>
          <a:xfrm>
            <a:off x="7370064" y="12344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79792" y="1563624"/>
            <a:ext cx="19202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stock_id  ·  INT  PK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85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  ·  INT  FK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85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  ·  INT  FK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 ·  INT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9674352" y="1234440"/>
            <a:ext cx="2139696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74352" y="1234440"/>
            <a:ext cx="2139696" cy="274320"/>
          </a:xfrm>
          <a:prstGeom prst="rect">
            <a:avLst/>
          </a:prstGeom>
          <a:solidFill>
            <a:srgbClr val="F3903F"/>
          </a:solidFill>
          <a:ln/>
        </p:spPr>
      </p:sp>
      <p:sp>
        <p:nvSpPr>
          <p:cNvPr id="24" name="Text 22"/>
          <p:cNvSpPr/>
          <p:nvPr/>
        </p:nvSpPr>
        <p:spPr>
          <a:xfrm>
            <a:off x="9674352" y="12344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STOCK_TRANSFER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784080" y="1563624"/>
            <a:ext cx="19202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transfer_id  ·  INT  PK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85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source_wh_id  ·  INT  FK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85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dest_wh_id  ·  INT  FK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85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  ·  INT  FK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 ·  INT</a:t>
            </a:r>
            <a:endParaRPr lang="en-US" sz="8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 ·  VARCHAR(15)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10826496" cy="2240280"/>
          </a:xfrm>
          <a:prstGeom prst="roundRect">
            <a:avLst>
              <a:gd name="adj" fmla="val 2041"/>
            </a:avLst>
          </a:prstGeom>
          <a:solidFill>
            <a:srgbClr val="16283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 APPLIED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3858768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3NF — every non-key attribute depends only on its table's primary key; no repeating groups or transitive dependencies.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— STOCK.warehouse_id / product_id and STOCK_TRANSFER.source_wh_id / dest_wh_id / product_id are enforced foreign keys.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STOCK_TRANSFER carries two foreign keys into WAREHOUSE (source and destination), modeled as separate constraints on the same table.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(quantity &gt; 0) and CHECK (status IN ('REQUESTED','APPROVED','DISPATCHED','IN_TRANSIT','RECEIVED')) guard data validity.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in the Relational Tables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Stock Transfer DBMS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36118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Columbus, OH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Reno, NV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Dallas, TX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29768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444752"/>
          <a:ext cx="3611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1732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Bolt M8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Helmet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Gear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Pallet Wrap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1381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444752"/>
          <a:ext cx="3602736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234440"/>
                <a:gridCol w="1042416"/>
                <a:gridCol w="6400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Patel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Alvarez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Kim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200" dirty="0"/>
          </a:p>
        </p:txBody>
      </p:sp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64992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28016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STOCK_TRANSFER</a:t>
            </a:r>
            <a:endParaRPr lang="en-US" sz="1200" dirty="0"/>
          </a:p>
        </p:txBody>
      </p:sp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10912"/>
          <a:ext cx="10826496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783080"/>
                <a:gridCol w="1737360"/>
                <a:gridCol w="1691640"/>
                <a:gridCol w="1600200"/>
                <a:gridCol w="2322576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source_wh_id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dest_wh_id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9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IN_TRANSIT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Query in Execution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Stock Transfer DBMS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PENDING TRANSFERS, RESOLVED ACROSS WAREHOUSES &amp; PRODUCT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0826496" cy="2331720"/>
          </a:xfrm>
          <a:prstGeom prst="roundRect">
            <a:avLst>
              <a:gd name="adj" fmla="val 2353"/>
            </a:avLst>
          </a:prstGeom>
          <a:solidFill>
            <a:srgbClr val="13243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10378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t.transfer_id, wsrc.name AS from_warehouse, wdst.name AS to_warehouse,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p.name AS product, t.quantity, t.status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stock_transfer 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 wsrc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t.source_wh_id = wsrc.warehouse_id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 wdst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t.dest_wh_id = wdst.warehouse_id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p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t.product_id  = p.product_id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t.status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('REQUESTED','APPROVED','IN_TRANSIT')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t.transfer_id;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SET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15968"/>
          <a:ext cx="1082649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2148840"/>
                <a:gridCol w="2103120"/>
                <a:gridCol w="1463040"/>
                <a:gridCol w="140817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from_warehouse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to_warehouse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Bolt M8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IN_TRANSIT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Helmet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Pallet Wrap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5742432"/>
            <a:ext cx="10826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resolves both warehouse joins independently using the warehouse_id index before filtering on status — the two aliases (wsrc, wdst) let one table serve both the source and destination role.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2026-09-15T18:36:01Z</dcterms:created>
  <dcterms:modified xsi:type="dcterms:W3CDTF">2026-09-15T18:36:01Z</dcterms:modified>
</cp:coreProperties>
</file>