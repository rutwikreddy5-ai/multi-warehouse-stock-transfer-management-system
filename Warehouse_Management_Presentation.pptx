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A5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Warehouse Management System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5146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7D2FE"/>
                </a:solidFill>
              </a:rPr>
              <a:t>Multi-Warehouse Stock Transfer Management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640080" y="3154680"/>
            <a:ext cx="1097280" cy="54864"/>
          </a:xfrm>
          <a:prstGeom prst="rect">
            <a:avLst/>
          </a:prstGeom>
          <a:solidFill>
            <a:srgbClr val="748FFC"/>
          </a:solidFill>
          <a:ln w="12700">
            <a:solidFill>
              <a:srgbClr val="748FF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5B4FC"/>
                </a:solidFill>
              </a:rPr>
              <a:t>Project presentation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</a:rPr>
              <a:t>Inventory Dashboard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Monitor warehouses, stock levels and transfers</a:t>
            </a:r>
            <a:endParaRPr lang="en-US" sz="1400" dirty="0"/>
          </a:p>
        </p:txBody>
      </p:sp>
      <p:pic>
        <p:nvPicPr>
          <p:cNvPr id="4" name="Image 0" descr="/mnt/user-data/uploads/Screenshot_2026-10-06_23324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5486400" cy="300837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217920" y="1371600"/>
            <a:ext cx="25603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Live overview of 4 warehouses and 4 products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1,270 total units worth ₹3,79,850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Weekly inventory movement trend chart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Stock health donut: 82% healthy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F2937"/>
                </a:solidFill>
              </a:rPr>
              <a:t>Refresh button for up-to-date data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</a:rPr>
              <a:t>Key Metrics at a Glance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5BDB"/>
                </a:solidFill>
              </a:rPr>
              <a:t>4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Warehouses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60320" y="12801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5BDB"/>
                </a:solidFill>
              </a:rPr>
              <a:t>4</a:t>
            </a:r>
            <a:endParaRPr lang="en-US" sz="3200" dirty="0"/>
          </a:p>
        </p:txBody>
      </p:sp>
      <p:sp>
        <p:nvSpPr>
          <p:cNvPr id="8" name="Text 6"/>
          <p:cNvSpPr txBox="1"/>
          <p:nvPr/>
        </p:nvSpPr>
        <p:spPr>
          <a:xfrm>
            <a:off x="256032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Products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663440" y="12801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B5BDB"/>
                </a:solidFill>
              </a:rPr>
              <a:t>1,270</a:t>
            </a:r>
            <a:endParaRPr lang="en-US" sz="3200" dirty="0"/>
          </a:p>
        </p:txBody>
      </p:sp>
      <p:sp>
        <p:nvSpPr>
          <p:cNvPr id="11" name="Text 9"/>
          <p:cNvSpPr txBox="1"/>
          <p:nvPr/>
        </p:nvSpPr>
        <p:spPr>
          <a:xfrm>
            <a:off x="466344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Total Units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280160"/>
            <a:ext cx="19202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DDE3F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4630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3B5BDB"/>
                </a:solidFill>
              </a:rPr>
              <a:t>₹3,79,850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6766560" y="210312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Inventory Value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Healthy stock: 82%  |  Low stock: 12%  |  Critical: 6%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Active transfers: 0  |  Low stock items: 0</a:t>
            </a:r>
            <a:endParaRPr lang="en-US" sz="16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</a:rPr>
              <a:t>Backed by a MySQL database (warehouse_management)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</a:rPr>
              <a:t>Warehouse List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All registered warehouses</a:t>
            </a:r>
            <a:endParaRPr lang="en-US" sz="1400" dirty="0"/>
          </a:p>
        </p:txBody>
      </p:sp>
      <p:pic>
        <p:nvPicPr>
          <p:cNvPr id="4" name="Image 0" descr="/mnt/user-data/uploads/Screenshot_2026-10-06_2333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8229600" cy="199339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Central Warehouse (Hyderabad) – capacity 10,000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North Hub (Delhi) – 6,000  |  South Depot (Chennai) – 4,000</a:t>
            </a:r>
            <a:endParaRPr lang="en-US" sz="15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</a:rPr>
              <a:t>northwest (Goa) – 6,500  |  Total capacity: 26,500 units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A5A"/>
                </a:solidFill>
              </a:rPr>
              <a:t>System Modules &amp; Summary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3B5BDB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887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Dashboard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121408" y="118872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2121408" y="11887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5BDB"/>
                </a:solidFill>
              </a:rPr>
              <a:t>Warehouses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785616" y="118872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785616" y="11887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5BDB"/>
                </a:solidFill>
              </a:rPr>
              <a:t>Products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49824" y="118872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49824" y="11887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5BDB"/>
                </a:solidFill>
              </a:rPr>
              <a:t>Stock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114032" y="1188720"/>
            <a:ext cx="1508760" cy="73152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3B5BD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114032" y="1188720"/>
            <a:ext cx="1508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5BDB"/>
                </a:solidFill>
              </a:rPr>
              <a:t>Transfers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2286000"/>
            <a:ext cx="8229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Centralised view of stock across multiple warehouses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Tracks inventory value, stock health and low-stock alerts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Supports stock transfers between warehouses</a:t>
            </a:r>
            <a:endParaRPr lang="en-US" sz="17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700" dirty="0">
                <a:solidFill>
                  <a:srgbClr val="1F2937"/>
                </a:solidFill>
              </a:rPr>
              <a:t>Next steps: add more products, record transfers, set low-stock thresholds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2026-10-06T18:11:30Z</dcterms:created>
  <dcterms:modified xsi:type="dcterms:W3CDTF">2026-10-06T18:11:30Z</dcterms:modified>
</cp:coreProperties>
</file>